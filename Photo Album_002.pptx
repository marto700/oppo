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D64E-D888-4D19-BFCA-0C98B02C663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1C72-C116-4C82-9A7E-FA4BCE1AB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DD64E-D888-4D19-BFCA-0C98B02C663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61C72-C116-4C82-9A7E-FA4BCE1AB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XRF76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136599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MARTINS</dc:creator>
  <dc:description/>
  <cp:lastModifiedBy>MARTINS</cp:lastModifiedBy>
  <cp:revision>1</cp:revision>
  <dcterms:created xsi:type="dcterms:W3CDTF">2026-03-31T19:08:14Z</dcterms:created>
  <dcterms:modified xsi:type="dcterms:W3CDTF">2026-03-31T19:15:17Z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Photo Album</vt:lpwstr>
  </property>
  <property fmtid="{D5CDD505-2E9C-101B-9397-08002B2CF9AE}" pid="3" name="SlideDescription">
    <vt:lpwstr/>
  </property>
</Properties>
</file>